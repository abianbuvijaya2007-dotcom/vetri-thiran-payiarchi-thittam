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AI-Augmented Backend Development – AI Weatherwise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AI-Augmented Backend Development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Weatherwise API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Intelligent weather information through a REST backend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Python-based backend development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RESTful API architecture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weather API integration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AI-assisted weather interpretation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Request validation and data processing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Structured JSON response generation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and security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testing with Postman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Web and mobile application integration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Scalable and modular backend design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Presented by Abinaya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B.Sc. Computer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Weatherwise API is a backend-focused weather application.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weather information through REST API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connects clients with an external weather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responses are received in structured JSON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validates incoming requests before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extracts important weather measurements from provider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Temperature information can be displayed in readable form.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Humidity and wind information can be included in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conditions can be converted into simple descriptions.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generate useful explanations from weather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API can support web and mobile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architecture separates client and backend responsibilities.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provider details are hidden behind the backend layer.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demonstrates modern backend development practices.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design can be extended with forecasting and alerts.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develops an intelligent backend weather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combines REST API development with AI-assisted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receives location-based weather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communicates with an external weather data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responses are parsed and normalized by the backend.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Important weather values are selected for further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interpret the selected values in natural language.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generated insight is designed to be simple and understandable.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final response is returned as structured JSON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Input validation helps prevent incorrect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improves the reliability of the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Secure configuration protects external API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API can be tested independently using Postman.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can support multiple frontend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demonstrates how AI can augment traditional backend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information is important for many daily activities.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People use weather data for travel and outdoor planning.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Agriculture also depends on temperature and precipitation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Transportation can be affected by severe weather conditions.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Students and workers may use forecasts for daily planning.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Modern applications commonly obtain data through weather APIs.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APIs provide raw weather information to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Raw values may not always be easy for users to understand.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backend service can process and organize these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Artificial intelligence can add natural-language interpretation.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combines backend engineering and AI capabilities.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 APIs provide a standard communication mechanism.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makes the response easy for different clients to consume.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proposed service is modular and reusable.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can be expanded with additional intelligent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information is often obtained from multiple external services.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Applications must manage provider-specific request formats.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Different applications may process weather responses differently.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Raw numerical values can be difficult for some users to interpret.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Users may want a short explanation rather than many measurements.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Backend services need reliable input validation.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services may become unavailable temporarily.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rate limits can affect application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credentials must be protected from unauthorized access.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Applications need consistent response structures.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Manual interpretation of weather values can be repetitive.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assist with generating readable weather explanations.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centralized backend can simplify client-side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addresses these integration and interpretation challenges.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aims to provide a reusable weather API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Develop a RESTful backend for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Integrate an external weather data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Accept city or geographic coordinate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Validate incoming request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Process provider responses in a consistent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Return standardized JSON data to clients.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AI-assisted interpretation of weather conditions.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Generate concise and understandable weather summaries.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Implement controlled error handling.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Protect API keys and configuration secrets.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Support testing through API testing tools.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Keep modules separated for easier maintenance.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Design the service for future scalability.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Allow integration with web and mobile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Demonstrate practical AI-augmented backend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Traditional weather applications consume external weather APIs.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client often communicates directly with the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responses may contain many raw fields.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Applications select and format the required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data may be displayed as numerical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Users are expected to interpret the measurements themselves.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Some applications provide basic predefined weather descriptions.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Backend processing may vary between different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Each application can require separate API integration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Provider-specific details may become part of frontend logic.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can differ across implementations.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configuration must be managed by each application.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AI-based interpretation may not be available.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Reusable backend services are not always provided.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creates opportunities for an intelligent middleware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Limitations of Existing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Raw weather values may be difficult to understand.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Users may need to interpret temperature manually.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Provider-specific API formats increase development effort.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Applications may duplicate similar integration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can be inconsistent.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credentials may be exposed if configuration is poor.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Direct provider integration can tightly couple the application.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Basic descriptions may not provide personalized context.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Different clients may return different response structures.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Repeated requests can increase external API usage.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provider failures can affect application functionality.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limits may restrict the number of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AI-assisted explanations may be absent.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Maintenance becomes harder when provider formats change.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reusable intelligent backend can address these limitations.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proposed system is called AI Weatherwise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works as a backend service for weather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Clients send weather requests to the backend.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validates the supplied location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securely calls the configured weather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provider response is received as structured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extracts important weather measurements.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 is normalized into a common internal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Selected values are sent to the AI interpretation layer.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layer creates a concise weather insight.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combines raw values and the generated insight.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final result is returned as JSON.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Errors are handled without exposing internal details.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modular design supports future feature additions.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API can be consumed by different client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Advantages of Proposed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provides a reusable weather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 communication supports multiple client technologies.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integration is centralized in one module.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Input validation improves request reliability.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Standard JSON responses simplify client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provides readable explanations of weather conditions.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practices protect API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improves the user experience.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Modular components simplify maintenance.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can support web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also support mobile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can be performed independently of the frontend.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Future forecast features can be added easily.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Logging can help monitor service behavior.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architecture can be deployed on cloud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Scope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focuses on backend weather information services.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supports location-based weather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City names can be used as input.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Latitude and longitude can also be supported.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Current weather information can be retrieved.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Temperature can be returned in a selected unit.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Humidity information can be included.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Wind information can be included.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condition descriptions can be returned.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AI-generated summaries can explain the conditions.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service can expose health-check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Optional database storage can support request logging.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Authentication can be added for private clients.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Forecast and alert functions can be added later.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provides a foundation for a complete weather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accept HTTP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validate required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support location-based queries.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communicate with the weather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process provider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normalize relevant weather fields.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generate AI-assisted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return JSON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provide suitable HTTP status codes.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handle invalid input safely.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handle external service failures.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provide a health-check endpoint.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protect configured API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support API testing.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shall maintain modular backend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Non-Functional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API should provide fast responses for normal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should be reliable during regular operation.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should be easy to maintain.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architecture should support future scaling.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service should protect confidential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Requests should be validated before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calls should use suitable timeout settings.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Errors should be handled consistently.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Responses should follow a predictable JSON structure.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service should be testable through standard API tools.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Logs should avoid exposing sensitive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should support deployment on common servers.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Modules should have clear responsibilities.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application should remain independent of a specific frontend.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should be documented for future developers.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Hardware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desktop or laptop computer is sufficient.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An Intel i3 processor or equivalent can be used.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At least 4 GB RAM is recommended for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8 GB RAM provides more comfortable development performance.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At least 10 GB free storage is recommended.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stable internet connection is required.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Internet is needed to access external weather APIs.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Internet may also be required for AI services.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keyboard and monitor are required for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Standard USB devices are optional.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No specialized hardware is required.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can run on common student computers.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Cloud deployment can use virtual server resources.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Hardware requirements increase with production traffic.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Development can be performed on Windows or Linux.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Software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Windows 10 or Windows 11 can be used.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Linux can also support the backend.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Python is used for backend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FastAPI or Flask can implement the REST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VS Code can be used as the development environment.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can be used for API testing.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Git can be used for version control.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SQLite can be used for simple local storage.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MySQL or PostgreSQL can support larger deployments.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Python virtual environments can isolate dependencies.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Environment variables can store configuration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libraries or an AI API can provide intelligent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is used for data exchange.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An internet browser can be used for documentation.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Deployment tools can be added for production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Python is the primary backend programming language.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FastAPI or Flask provides REST API functionality.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 defines the communication style between clients and server.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HTTP methods are used for API operations.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is the main response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An external weather API provides live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An AI or LLM service can generate weather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supports API testing.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VS Code supports coding and debugging.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Git supports source code version control.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SQLite can provide lightweight local storage.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MySQL can be used for relational database storage.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Docker can package the backend application.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Cloud platforms can host the production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Environment variables manage external service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client starts the weather request.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request reaches the backend REST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request handler receives the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Validation checks the city or coordinates.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weather integration module builds the provider request.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Secure credentials are added by the backend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external weather service returns weather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is parsed by the processing module.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Relevant values are normalized into a common structure.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module receives trusted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module produces a short weather interpretation.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module combines data and insight.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An HTTP status code is selected.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JSON response is sent to the client.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Logging can record important operational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Architecture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Client Application sends requests to the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REST API layer exposes backend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Validation Module checks request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Authentication Module can protect private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Weather Integration Module calls the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Data Processing Module extracts useful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Insight Module creates natural-language summaries.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Module formats JSON output.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Error Handler manages failures.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Logging Module records safe diagnostic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Configuration Module loads environment settings.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Database Module is optional for persistence.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Monitoring Layer can track service health.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Deployment Layer runs the backend in production.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All components work together through clear interfaces.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Module 1 – Request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request module receives HTTP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identifies the requested API endpoint.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reads query parameters or request body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checks whether required values are present.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validates city names when applicable.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validates latitude and longitude ranges.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rejects malformed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creates a structured internal request object.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passes valid requests to the service layer.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returns validation errors using suitable status codes.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avoids sending invalid data to external providers.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supports predictable request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be extended with authentication checks.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keeps request handling separate from business logic.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improves code organization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Module 2 – Authentication and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protects the backend from unauthorized use.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API keys should not be hard-coded.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Environment variables can store sensitive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Secret managers can be used in production.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HTTPS protects data during network transmission.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Authentication can be added for private API consumers.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limiting can reduce abusive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Input validation reduces common security risks.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Logs should not contain secret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responses should avoid internal stack traces.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Dependencies should be updated regularly.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Access permissions should follow least-privilege principles.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headers can be configured where appropriate.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Production systems should use secure deployment settings.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should be considered throughout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Module 3 – Weather API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integration module connects to a weather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constructs provider-specific API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provider receives location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provider returns weather data in JSON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checks the provider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Relevant fields are extracted from the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Provider-specific fields are mapped to common names.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Timeouts prevent requests from waiting indefinitely.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Connection failures are handled safely.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error codes are translated into API errors.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Credentials are loaded securely from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limits should be monitored.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changes can be isolated inside this module.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design reduces coupling with the client.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module can be replaced with another provider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Module 4 –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processing module receives provider weather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checks required weather fields.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Temperature values can be converted between units.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Humidity values can be represented as percentages.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Wind speed can be normalized to a chosen unit.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Pressure can be included when available.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Precipitation values can be handled when available.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Missing fields are handled gracefully.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Invalid provider values are not passed blindly.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Common internal data models improve consistency.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Processed data is prepared for the AI layer.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same data can be used in the JSON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Normalization reduces client-side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module keeps data transformation centralized.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improves reliability and maintainability.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Module 5 – AI Insight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module receives selected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uses a controlled prompt or AI processing method.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prompt can include temperature and conditions.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Humidity and wind can be included when relevant.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is instructed to use only supplied facts.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generate a short weather summary.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suggest simple activity guidance.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explain whether conditions are hot or cool.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avoid inventing unavailable weather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Output length can be controlled.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 format can be constrained.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output can be validated before returning it.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Fallback text can be used if AI processing fails.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calls can be minimized to reduce latency.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module provides the intelligent part of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Module 6 – Response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module creates the final API output.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location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include temperature and weather condition.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include humidity and wind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include the AI-generated insight.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follows a consistent JSON structure.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Successful requests return an appropriate status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Validation failures return client error codes.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failures return controlled service errors.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Internal details are not exposed to clients.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Optional metadata can be included when useful.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 schemas can be documented.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Consistent responses simplify frontend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module separates formatting from business logic.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completes the communication between backend and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API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API follows REST principles.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HTTP is used as the communication protocol.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GET requests can retrieve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 requests can support analysis operations.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Query parameters can specify a city.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Coordinates can specify a geographic location.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is used as the main response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Status codes communicate request results.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Endpoints should have clear names.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Responses should use consistent field names.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Validation should occur before external calls.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documentation should describe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Authentication can protect restricted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limiting can control request volume.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Versioning can support future API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Sample 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GET /api/weather retrieves current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City can be supplied as a query parameter.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Example: /api/weather?city=Chennai.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Latitude can be supplied for coordinate-based queries.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Longitude can be supplied with latitude.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Example: /api/weather?lat=13.08&amp;lon=80.27.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 /api/weather/analyze can request analysis.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GET /api/health can check service availability.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GET /api/docs can expose documentation in FastAPI.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Endpoint names can be customized during implementation.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Authentication headers can be added when required.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Responses should be returned in JSON.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Invalid parameters should produce clear errors.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failures should produce controlled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These endpoints demonstrate the basic API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Sample JSON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can use a simple JSON structure.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location field identifies the requested place.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temperature field contains the current value.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humidity field contains relative humidity.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condition field describes current weather.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wind_speed field contains wind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ai_insight field contains the generated summary.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Units should be documented clearly.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should use consistent data types.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Missing values should be represented safely.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JSON should be easy for frontend applications to parse.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Additional forecast fields can be added later.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 validation can ensure required fields exist.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structure can be documented using an API schema.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format provides a simple client integration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database is optional for basic live weather retrieval.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becomes useful when persistent application data is required.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User table can store application user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Location table can store saved places.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WeatherRequest table can record request metadata.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WeatherLog table can store selected operational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records should avoid storing unnecessary secrets.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Passwords should never be stored as plain text.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Primary keys uniquely identify records.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Foreign keys can connect related tables.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Indexes can improve common query performance.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access should use secure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ORM tools can simplify Python database operations.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SQLite is suitable for simple development projects.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MySQL or PostgreSQL can support production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Data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user or client chooses a location.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client sends a request to the backend.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receives the HTTP request.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Request parameters are validated.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weather service request is prepared.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calls the external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provider returns current weather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parses the provider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Relevant weather fields are normalized.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Selected values are provided to the AI layer.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generates a concise interpretation.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combines data and interpretation.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final JSON response is created.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response is returned to the client.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client displays the information to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AI-Augmented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assist developers during backend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suggest REST API structures.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generate initial boilerplate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explain unfamiliar programming concepts.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suggest validation logic.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help create test cases.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assist with debugging errors.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generate API documentation drafts.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summarize logs for investigation.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suggest improvements to code structure.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Developers must review AI-generated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checks should not be delegated blindly.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suggestions should be tested before deployment.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Human developers remain responsible for final decisions.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project demonstrates AI as a development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AI Use Cases in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assist with code generation.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help create API endpoint templates.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generate unit test ideas.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suggest edge cases.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explain runtime errors.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help document functions.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generate example JSON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assist with refactoring suggestions.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summarize debugging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help design validation rules.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create sample prompts for weather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generate natural-language weather summaries.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support developer productivity.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Generated code still requires human review.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is required before using AI-generated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Prompt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AI prompt should clearly define its task.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receive trusted weather values.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not invent missing measurements.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use only the supplied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produce concise language.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avoid unnecessary technical terms.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provide simple activity suggestions.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mention heat or rain when supported by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avoid unsupported medical or safety claims.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Output format can be specified explicitly.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Maximum response length can be controlled.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Consistent prompts improve output predictability.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output can be validated before delivery.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Fallback text should exist for AI service failures.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Good prompt design improves the reliability of the AI layer.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Error Handling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is essential for a reliable backend.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Invalid requests should return suitable client errors.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Missing parameters should be identified clearly.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Invalid coordinates should be rejected.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Unknown locations should return a controlled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provider timeouts should be handled.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authentication failures should be logged safely.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Rate-limit errors should be communicated appropriately.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service failures should have a fallback.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errors should not expose internal details.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Unexpected exceptions should be caught at the API boundary.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Logs should contain useful diagnostic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Stack traces should remain hidden from normal users.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Consistent error formats simplify frontend handling.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should cover both expected and unexpected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verifies whether the backend behaves correctly.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Unit tests check individual functions.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Integration tests check external service connections.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tests verify endpoint behavior.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Validation tests use incorrect inputs.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Success tests use valid weather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tests simulate service failures.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tests check protected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Performance tests measure response latency.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tests examine consistency of generated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 tests verify JSON structure.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Regression tests protect previously working functionality.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can be used for manual API testing.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Automated tests can run during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should continue before production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Test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 city request should return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 coordinate request should return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Missing city should trigger validation handling.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Invalid coordinates should return an appropriate error.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Unknown location should be handled safely.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provider timeout should not crash the server.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Invalid provider response should be handled.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service failure should use a fallback response.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Health endpoint should report service status.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response should contain required fields.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Incorrect HTTP method should return a suitable status.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Unauthorized private requests should be rejected.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Repeated requests should respect rate limits.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Sensitive values should not appear in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All important test results should be documented.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Performance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performance affects user experience.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Asynchronous programming can improve I/O handling.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requests should use reasonable timeouts.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Repeated weather results can be cached.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Caching can reduce provider API calls.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requests should be made only when necessary.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Response payloads should contain relevant fields.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queries should use appropriate indexes.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Connection pooling can improve database performance.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limiting can protect server resources.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Monitoring can identify slow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Load testing can evaluate behavior under traffic.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Cloud scaling can support increased demand.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Efficient error handling prevents unnecessary retries.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Performance should be measured rather than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Security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credentials must be protected.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Secrets should be stored outside source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Environment variables can be used during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Production systems can use a secret manager.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HTTPS should protect network communication.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Input validation should be applied to all user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limiting can reduce abuse.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Authentication can protect private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Authorization should control protected resources.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messages should not reveal internal details.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Logs should not contain passwords or API keys.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Dependencies should receive security updates.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access should use restricted accounts.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CORS should be configured appropriately.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testing should be included before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can run on a local development server.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also be deployed to a cloud platform.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Production configuration should use environment variables.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API credentials must be configured securely.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production application server should run the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Docker can package the application and dependencies.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Health checks can monitor service availability.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Logging can help diagnose production issues.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HTTPS should be enabled for public deployments.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Rate limiting can protect the public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services can be hosted separately.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Horizontal scaling can support higher traffic.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Continuous deployment can automate releases.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Backups should be considered for persistent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Deployment should be tested before public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API Testing with Postman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is useful for testing REST APIs.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Create a new request in Postman.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Select the required HTTP method.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Enter the backend endpoint URL.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city or coordinate query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headers when authentication is required.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Send the request to the backend.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Inspect the HTTP status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Inspect the JSON response body.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Check whether required fields are present.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 invalid values and missing parameters.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 provider failure scenarios where possible.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Save useful requests in a collection.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Document expected results for each request.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testing helps verify API behavior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User Interface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can support a web frontend.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mobile application can also consume the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frontend sends a location request.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handles provider communication.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frontend receives structured JSON.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Temperature can be displayed in a weather card.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Humidity can be shown as a percentage.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Wind speed can be displayed with its unit.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condition can be shown with an icon.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insight can be displayed as a short message.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Frontend developers do not need provider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Backend changes can be hidden from clients.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same API can support multiple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This separation improves software architecture.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can later include a complete weather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centralizes weather API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a reusable backend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 makes the API easy to consume.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responses support many frontend technologies.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Validation improves input quality.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provides understandable weather summaries.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practices protect sensitive configuration.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improves reliability.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Modular design simplifies maintenance.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provider details are isolated.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can be performed independently.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service can support web and mobile clients.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architecture can scale with future requirements.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Forecast and alert modules can be added.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demonstrates practical modern backend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Live weather information depends on the external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Internet access is required for live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rate limits may restrict usage.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Provider outages can affect the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processing can add latency.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services may introduce additional cost.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output must be validated for factual grounding.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data may not be perfectly accurate.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Location resolution can vary by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Advanced forecasts require additional data sources.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Production deployment needs monitoring.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requires continuous maintenance.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Large traffic volumes may require cloud scaling.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features increase implementation complexity.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is a foundation rather than a complete commercial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multi-day weather forecasting.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severe weather notifications.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rain prediction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personalized activity recommendations.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voice-based weather queries.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multilingual weather summaries.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weather trend analytics.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saved locations for users.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user authentication and profiles.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weather history storage.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dashboard visualizations.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smart caching and distributed deployment.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automated monitoring and alerts.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mobile application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Add advanced AI-based weather explanation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API should accept valid weather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retrieve information from a weather provider.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return structured JSON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validate user inputs.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handle common provider failures.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protect external service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generate concise AI-assisted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provide consistent response fields.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support testing through Postman.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remain independent of a specific frontend.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demonstrate modular backend architecture.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be suitable for academic project demonstration.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provide a foundation for future features.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should improve understanding of AI-augmented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completed system should demonstrate the stated objectives.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 working backend architecture is developed.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 API concepts are demonstrated.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External weather API integration is demonstrated.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Request validation is included.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data processing is included.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AI-assisted interpretation is included.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Structured JSON responses are produced.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is planned and implemented.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practices are incorporated.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API testing can be performed using Postman.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design supports frontend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architecture is modular.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demonstrates practical Python backend skills.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system can be extended with advanced features.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fulfills the main AI Weatherwise API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Weatherwise API combines backend development and AI.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a reusable REST-based weather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manages requests and external API communication.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information is processed into a common format.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can convert selected values into readable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Validation improves the quality of incoming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improves system reliability.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Secure configuration protects API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Modular architecture supports easier maintenance.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responses simplify client-side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can be used for API testing.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service can support web and mobile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Future versions can include forecasts and alerts.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demonstrates AI augmentation in backend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Overall, the system provides a strong foundation for an intelligent weather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Python official documentation can be used for language concepts.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FastAPI documentation can be used for REST API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Flask documentation can be used when Flask is selected.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provider documentation explains available endpoints.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Postman documentation supports API testing practices.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Git documentation supports version control workflows.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Database documentation supports storage design.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Docker documentation supports container deployment.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HTTP documentation explains request and response behavior.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REST API design references support endpoint planning.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platform documentation supports AI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LLM documentation supports prompt design.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JSON documentation supports response formatting.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guidance supports secure API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All references should be listed in the final project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Thank you for listening to the project presentation.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title is AI-Augmented Backend Development.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application is named AI Weatherwise API.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focuses on intelligent backend services.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combines REST API development and AI.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integrates external weather information.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processes weather values through backend logic.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generates understandable weather insights.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uses structured JSON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supports web and mobile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validation and error handling.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considers security and performance.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be expanded with future features.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Presented by Abinaya.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B.Sc. Computer Science – Questions and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delivers a RESTful backend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weather API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request validation.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structured JSON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weather data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AI-assisted weather interpretation.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error handling logic.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security considerations.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API testing procedures.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includes deployment guidance.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supports frontend integration.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modular backend components.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be documented using API specifications.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can be demonstrated using Postman.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a foundation for future development.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36576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440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Weatherwise API is an AI-augmented backend project.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provides current weather information through REST APIs.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backend validates and processes client requests.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It communicates securely with an external weather service.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Weather values are normalized for consistent responses.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AI generates a concise interpretation from supplied data.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final response is returned as JSON.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Error handling improves reliability.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Security protects external credentials.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Testing verifies API functionality.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service can support multiple client applications.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architecture is modular and extendable.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Future versions can include forecasting and alerts.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The project demonstrates practical AI and backend concepts.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20"/>
            </a:pPr>
            <a:r>
              <a:t>• Thank you for viewing the project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